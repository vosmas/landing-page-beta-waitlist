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F44"/>
    <a:srgbClr val="C0C0C0"/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 varScale="1">
        <p:scale>
          <a:sx n="84" d="100"/>
          <a:sy n="84" d="100"/>
        </p:scale>
        <p:origin x="33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8FB7-BE5E-0F2D-B78E-F5F8AE211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98D12-EB70-6FFB-50C3-BEBD950AD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CB15E-2A7E-D787-5294-0CAA6143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C2495-4235-BBE0-FB3B-591C60E7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C8CE0-0513-A98C-EF41-9B6F2A20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5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8B15-AECC-BC14-1B35-5D42DD48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CAB1C-D76B-B5E4-008F-72611FF4B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C264A-33CF-DEE4-0FD9-19B52180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E1B27-0F62-7934-E679-295351EFC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C5905-49EB-2A9F-C593-5984C7F6F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7090-15B9-821A-ABE9-E98B8804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C2008-4316-BC71-EAF9-A93BB5D8E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6A9EF-7136-DDCA-D252-A68E2DE1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9A2FE-44BA-0AAA-E460-781146653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1E769-CBB7-9C70-C21D-D03C9EC7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45E0-DD3D-2560-0DE7-C7774BC38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5665-6BC9-E11C-8032-370D1C6A8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C5177-0BA3-BAD3-ED25-05266C46E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490B8-0350-15AF-539A-0F3131D58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2B68D-3FAC-CD2F-2E5D-27A439B1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26C43-FE9D-1231-8ACF-11CD7490C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6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2137-5958-D217-04AD-7B495D915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B5BD5-59CE-5E8E-4544-B1022764D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1CA96-9A1F-FDEE-5872-AB6CC281F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93ACA-81EA-DA75-828F-19A52A631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5BD0A-E462-59CA-6D48-DC3CDC9B4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C1674-B483-02AB-8FB4-2CCFECD9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35DE3-B3FE-BB23-84B7-41ED2608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6B2BF-5ACB-53AC-47C6-E2655D72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7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9B4-2FFF-C4D7-D3C9-45BA879F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7652B-381D-4553-4536-351A2046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17E30-DEC7-2119-F245-1F8086F5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A0E6C-11A2-B9A5-9BAC-2C737EA0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3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71B61-0B6F-4EAD-733D-ED604784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E956E9-582B-F6A7-03DF-4A232955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AE776-3F1A-96DC-C697-6F9D42B8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3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2473-6440-DCF2-4E35-4A072FFD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6011-52BC-91D0-AF21-656B21C49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6B4C0-6E23-01D1-7F78-BB3C4DDC8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BD927-2121-9FD2-8F3A-52763EC9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2F489-234A-A651-7049-4B463656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7984E-0493-19AF-3B32-0A32069C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4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50DF-6D33-08CA-AC8C-D18459F5D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2B1A23-0309-80CB-A037-E391B13BE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2CC76-7109-A354-5B95-0D868E73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8CDB3-1D1F-9DC4-5B7E-FFFD1681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EF563-D5C6-1F86-EA08-F4C163D2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6EFA8-3A7B-FE27-AC4B-924657A8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9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91E7-D702-BADF-A4A0-127260E6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0719F-B325-D4A3-5C6E-5219C0277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7B72C-518E-282F-499C-A080EFC4E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B3188-57A8-9261-FF2D-CABC2681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2CF5E-AB47-E6B5-0D69-E0B8FDDB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3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8BAD2-F6BA-E479-1563-DBCCC700C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0F4E3-F890-491C-6C0B-EB7DAB5B4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B4DEA-872C-D628-8253-8940DE30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FFA92-C984-BDAE-313B-0C0C9A16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D444-78E3-C2B2-F2A4-48259D27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8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BC90B-33F5-2852-FCB6-A655F63E6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8836C-8F77-2C71-FE69-E01BB526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9A06C-8A50-3581-2FA3-F773D63C8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C0F54-37A7-4F91-A709-66842595FC9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2106E-3BDE-D92E-95DE-C341B5A12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AF469-8770-E9CC-B97A-CBFDDA6A4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BEF77-A4E1-4B10-8CEE-7C2423EE1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E6E506-247B-E244-7389-CB10B45BDFB3}"/>
              </a:ext>
            </a:extLst>
          </p:cNvPr>
          <p:cNvSpPr txBox="1"/>
          <p:nvPr/>
        </p:nvSpPr>
        <p:spPr>
          <a:xfrm>
            <a:off x="5799247" y="1513523"/>
            <a:ext cx="60935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following are the colors used in the logos, and for consistency the same colors should be used in all marketing materials: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Darkest Cool Blue:</a:t>
            </a:r>
          </a:p>
          <a:p>
            <a:r>
              <a:rPr lang="en-US" sz="1600" dirty="0"/>
              <a:t>HEX: #0A1F44</a:t>
            </a:r>
          </a:p>
          <a:p>
            <a:r>
              <a:rPr lang="en-US" sz="1600" dirty="0"/>
              <a:t>RGB: 10, 31, 68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Silver:</a:t>
            </a:r>
          </a:p>
          <a:p>
            <a:r>
              <a:rPr lang="en-US" sz="1600" dirty="0"/>
              <a:t>HEX: #C0C0C0</a:t>
            </a:r>
          </a:p>
          <a:p>
            <a:r>
              <a:rPr lang="en-US" sz="1600" dirty="0"/>
              <a:t>RGB: 192, 192, 192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Golden:</a:t>
            </a:r>
          </a:p>
          <a:p>
            <a:r>
              <a:rPr lang="en-US" sz="1600" dirty="0"/>
              <a:t>HEX: #D4AF37</a:t>
            </a:r>
          </a:p>
          <a:p>
            <a:r>
              <a:rPr lang="en-US" sz="1600" dirty="0"/>
              <a:t>RGB: 212, </a:t>
            </a:r>
            <a:r>
              <a:rPr lang="en-US" sz="1600"/>
              <a:t>175, 55</a:t>
            </a:r>
            <a:endParaRPr lang="en-US" sz="1600" dirty="0"/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White: mainly to be used for clean, bright background color</a:t>
            </a:r>
          </a:p>
          <a:p>
            <a:r>
              <a:rPr lang="en-US" sz="1600" dirty="0"/>
              <a:t>HEX: #FFFFFF</a:t>
            </a:r>
          </a:p>
          <a:p>
            <a:r>
              <a:rPr lang="en-US" sz="1600" dirty="0"/>
              <a:t>RGB: 255, 255, 255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FD0A8-7FDC-C76F-AB18-DE70E187A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918" y="1094784"/>
            <a:ext cx="2139548" cy="21395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3BDFB5-1C98-F20C-1ECE-CF80D2230C8A}"/>
              </a:ext>
            </a:extLst>
          </p:cNvPr>
          <p:cNvSpPr txBox="1"/>
          <p:nvPr/>
        </p:nvSpPr>
        <p:spPr>
          <a:xfrm>
            <a:off x="2238170" y="407813"/>
            <a:ext cx="1195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LOGOS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97DB5-153A-5003-B6C1-EB284CB2DF34}"/>
              </a:ext>
            </a:extLst>
          </p:cNvPr>
          <p:cNvSpPr txBox="1"/>
          <p:nvPr/>
        </p:nvSpPr>
        <p:spPr>
          <a:xfrm>
            <a:off x="7814496" y="412381"/>
            <a:ext cx="1386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COLORS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45E9D2B-8A26-6EBB-B1E1-00B91AE4A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08" y="2475432"/>
            <a:ext cx="2139548" cy="21395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63C207-D8BF-1657-A3AE-7ABA3C285404}"/>
              </a:ext>
            </a:extLst>
          </p:cNvPr>
          <p:cNvSpPr txBox="1"/>
          <p:nvPr/>
        </p:nvSpPr>
        <p:spPr>
          <a:xfrm>
            <a:off x="346956" y="5244478"/>
            <a:ext cx="1890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Logo with</a:t>
            </a:r>
          </a:p>
          <a:p>
            <a:r>
              <a:rPr lang="en-US" sz="1600" b="1" dirty="0"/>
              <a:t>White Background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D493A9-49D5-B4E9-3765-2A417CFCFD1D}"/>
              </a:ext>
            </a:extLst>
          </p:cNvPr>
          <p:cNvSpPr txBox="1"/>
          <p:nvPr/>
        </p:nvSpPr>
        <p:spPr>
          <a:xfrm>
            <a:off x="346957" y="1866652"/>
            <a:ext cx="1890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Logo with Tagline</a:t>
            </a:r>
          </a:p>
          <a:p>
            <a:r>
              <a:rPr lang="en-US" sz="1600" b="1" dirty="0"/>
              <a:t>White Background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3038AE-0ED7-E275-873D-63F04E3666B8}"/>
              </a:ext>
            </a:extLst>
          </p:cNvPr>
          <p:cNvSpPr txBox="1"/>
          <p:nvPr/>
        </p:nvSpPr>
        <p:spPr>
          <a:xfrm>
            <a:off x="346956" y="3607827"/>
            <a:ext cx="2453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Logo with</a:t>
            </a:r>
          </a:p>
          <a:p>
            <a:r>
              <a:rPr lang="en-US" sz="1600" b="1" dirty="0"/>
              <a:t>Transparent Background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2C945B-E1E8-B5FE-A0D1-F722DB9E8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917" y="4390732"/>
            <a:ext cx="2139549" cy="213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89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103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Veronika Moroian</dc:creator>
  <cp:lastModifiedBy>Veronika Moroian</cp:lastModifiedBy>
  <cp:revision>12</cp:revision>
  <dcterms:created xsi:type="dcterms:W3CDTF">2026-03-06T19:50:15Z</dcterms:created>
  <dcterms:modified xsi:type="dcterms:W3CDTF">2026-05-09T05:03:45Z</dcterms:modified>
</cp:coreProperties>
</file>